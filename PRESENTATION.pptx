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Maverick Certification Hub — Quick Slide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Purpose: Demo-ready full-stack app for presentation.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Demo admin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Email: admin@maverick.com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Password: Password123!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Run (local)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Backend: cd backend &amp;&amp; dotnet run --project src/CertificationHub.Api  (http://localhost:5000)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Frontend: cd frontend &amp;&amp; npm ci &amp;&amp; npm run dev  (http://localhost:5173)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Key fixes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Added Manager role and permissions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Replaced JS-style C# array initializers and initialized collections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Updated seed data and demo admin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675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Quick checks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995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GET /health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7406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� Login; view Drives, Registrations, Vouchers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8046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Note: Rotate/remove demo credentials before public release.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2026-06-11T07:35:45Z</dcterms:created>
  <dcterms:modified xsi:type="dcterms:W3CDTF">2026-06-11T07:35:45Z</dcterms:modified>
</cp:coreProperties>
</file>